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embeddedFontLst>
    <p:embeddedFont>
      <p:font typeface="Pretendard" panose="02000503000000020004" pitchFamily="50" charset="-127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고객: 옵션을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운영: 주문·메뉴를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Docs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150">
                <a:latin typeface="Pretendard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sz="1150">
                <a:latin typeface="Pretendard"/>
              </a:rPr>
              <a:t>Figma · Screen Bible · WBS·발표 자료</a:t>
            </a:r>
          </a:p>
          <a:p>
            <a:pPr algn="l"/>
            <a:r>
              <a:rPr sz="1150">
                <a:latin typeface="Pretendard"/>
              </a:rPr>
              <a:t>Live 주문 · 주문 관리 · 메뉴·품절 화면</a:t>
            </a:r>
          </a:p>
          <a:p>
            <a:pPr algn="l"/>
            <a:r>
              <a:rPr sz="1150">
                <a:latin typeface="Pretendard"/>
              </a:rPr>
              <a:t>관리자 API 연동 · DB 스키마 반영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150">
                <a:latin typeface="Pretendard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r>
              <a:rPr sz="1150">
                <a:latin typeface="Pretendard"/>
              </a:rPr>
              <a:t>필수·선택 옵션 · 제외 · 수량 제한</a:t>
            </a:r>
          </a:p>
          <a:p>
            <a:pPr algn="l"/>
            <a:r>
              <a:rPr sz="1150">
                <a:latin typeface="Pretendard"/>
              </a:rPr>
              <a:t>장바구니 · 결제·완료·타임아웃 화면</a:t>
            </a:r>
          </a:p>
          <a:p>
            <a:pPr algn="l"/>
            <a:r>
              <a:rPr sz="1150">
                <a:latin typeface="Pretendard"/>
              </a:rPr>
              <a:t>API 연동·검증 · QA·시연 시나리오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>
                <a:solidFill>
                  <a:srgbClr val="6B7280"/>
                </a:solidFill>
                <a:latin typeface="Pretendard"/>
              </a:rPr>
              <a:t>문서 선행 → 화면·서버 연결 → 실 API·DB 연동 → RTOS 연동 → 통합 검증</a:t>
            </a: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RTOS는 KSD 실연동 이후 8/17~8/21 진행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React Kiosk/Admin +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 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요구 → 설계 →</a:t>
            </a:r>
            <a:endParaRPr lang="en-US" sz="1150" dirty="0"/>
          </a:p>
          <a:p>
            <a:pPr algn="l"/>
            <a:r>
              <a:rPr sz="1250">
                <a:solidFill>
                  <a:srgbClr val="111827"/>
                </a:solidFill>
                <a:latin typeface="Pretendard"/>
              </a:rPr>
              <a:t>개발 → 통합 →</a:t>
            </a:r>
          </a:p>
          <a:p>
            <a:pPr algn="l"/>
            <a:r>
              <a:rPr sz="1250">
                <a:solidFill>
                  <a:srgbClr val="111827"/>
                </a:solidFill>
                <a:latin typeface="Pretendard"/>
              </a:rPr>
              <a:t>RTOS → QA → 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 흐름·검증·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 · ERD ·</a:t>
            </a:r>
            <a:endParaRPr lang="en-US" sz="1150" dirty="0"/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400" b="1">
                <a:solidFill>
                  <a:srgbClr val="111827"/>
                </a:solidFill>
                <a:latin typeface="Pretendard"/>
              </a:rPr>
              <a:t>개발 환경 · 기술 스택 · API / 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00">
                <a:solidFill>
                  <a:srgbClr val="6B7280"/>
                </a:solidFill>
                <a:latin typeface="Pretendard"/>
              </a:rPr>
              <a:t>Notion · 실제 Kiosk/Admin 저장소 기준으로 현재 사용 중인 구성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주문 세션 · 메뉴/옵션 · 카트 · 결제 · Cloudinary 이미지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Live · 주문 · 메뉴 CRUD · 품절 · 매출 · 결제수단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REST API · Kiosk/Admin Controller · Service · Validation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메뉴 이미지 업로드/URL 제공 · 메뉴·옵션·주문 데이터 관리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형상관리 · 설계 · API 테스트 · WBS · 워크로그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Figma API / MCP: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화면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기준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확인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UI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동기화</a:t>
            </a:r>
            <a:endParaRPr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결제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PG: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현재는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가상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결제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시뮬레이션</a:t>
            </a:r>
            <a:endParaRPr sz="1019" dirty="0">
              <a:solidFill>
                <a:srgbClr val="465014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메뉴 · 옵션 · 주문 · 결제 · 공통코드</a:t>
            </a:r>
            <a:endParaRPr 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242316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>
                <a:solidFill>
                  <a:srgbClr val="6B7280"/>
                </a:solidFill>
                <a:latin typeface="Pretendard"/>
              </a:rPr>
              <a:t>8/17~8/21 예정 · 영수증/장치 이벤트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옵션·제외·수량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장바구니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2735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40080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40080" y="3685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050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57216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pic>
        <p:nvPicPr>
          <p:cNvPr id="39" name="Picture 38" descr="kiosk-02-menu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656" y="1517904"/>
            <a:ext cx="2011680" cy="3584448"/>
          </a:xfrm>
          <a:prstGeom prst="rect">
            <a:avLst/>
          </a:prstGeom>
        </p:spPr>
      </p:pic>
      <p:pic>
        <p:nvPicPr>
          <p:cNvPr id="40" name="Picture 39" descr="kiosk-03-menu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1517904"/>
            <a:ext cx="2011680" cy="3584448"/>
          </a:xfrm>
          <a:prstGeom prst="rect">
            <a:avLst/>
          </a:prstGeom>
        </p:spPr>
      </p:pic>
      <p:pic>
        <p:nvPicPr>
          <p:cNvPr id="41" name="Picture 40" descr="kiosk-04-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232" y="1517904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이름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이미지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품절을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한눈에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상세로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품절 메뉴는 선택을 막아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주문 실패를 앞당기지 않는다.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pic>
        <p:nvPicPr>
          <p:cNvPr id="30" name="Picture 29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1" name="Picture 3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맞게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고릅니다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수량을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조정합니다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변화는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선택과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함께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60603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서버 재검증. 옵션·품절·수량을 주문 전에 다시 확인.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  <p:pic>
        <p:nvPicPr>
          <p:cNvPr id="30" name="Picture 29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1" name="Picture 30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0" name="Picture 29" descr="kiosk-04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1" name="Picture 30" descr="kiosk-05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보드와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번호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상태를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 </a:t>
            </a:r>
            <a:r>
              <a:rPr lang="ko-KR" alt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4108" y="372795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주문건별로 쉽게 보고 관리할 수 있는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Pretendard"/>
              </a:rPr>
              <a:t>요구 → 설계 → 개발 → 1차 통합 → DB → RTOS → QA → 시연</a:t>
            </a:r>
            <a:endParaRPr 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FFFFFF"/>
                </a:solidFill>
                <a:latin typeface="Pretendard"/>
              </a:rPr>
              <a:t>메뉴 → 옵션·제외·수량 → 장바구니 → (주문) → Admin 확인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  <p:pic>
        <p:nvPicPr>
          <p:cNvPr id="41" name="Picture 4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2" name="Picture 41" descr="kiosk-03-menu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3" name="Picture 42" descr="admin-01-live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 dirty="0" err="1">
                <a:solidFill>
                  <a:srgbClr val="FFFFFF"/>
                </a:solidFill>
                <a:latin typeface="Pretendard"/>
              </a:rPr>
              <a:t>화면과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흐름을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추적했다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검증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sz="2600" b="1">
                <a:solidFill>
                  <a:srgbClr val="FFFFFF"/>
                </a:solidFill>
                <a:latin typeface="Pretendard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문서·Kiosk·Admin·Backend를 저장소로 나누고, 옵션·제외까지 담은 데이터 모델을 설계했다.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주문 생성·결제 승인 E2E와 Admin mock 제거·실연동을 끝까지 검증해야 한다.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화면·API·DB는 각각 통과해도, 같은 주문번호로 한 줄로 이을 때 진짜 검증이 된다.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2782</Words>
  <Application>Microsoft Office PowerPoint</Application>
  <PresentationFormat>와이드스크린</PresentationFormat>
  <Paragraphs>587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27</cp:revision>
  <dcterms:created xsi:type="dcterms:W3CDTF">2026-08-07T09:36:12Z</dcterms:created>
  <dcterms:modified xsi:type="dcterms:W3CDTF">2026-08-13T06:05:37Z</dcterms:modified>
</cp:coreProperties>
</file>