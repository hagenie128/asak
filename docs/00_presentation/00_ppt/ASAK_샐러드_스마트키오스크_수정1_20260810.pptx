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다비치, 팀원 이하진·김나연. 멘토(강사) 이름만 확인해 채운다. 기간은 회의록 2026-W27~W32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섹션은 결과보고서 표준 구성을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실제로 구현하지 않은 결제 수단·AI 추천·하드웨어 제어는 쓰지 않는다. 기대 효과는 수치 없이 목표로만 서술한다.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구성. WBS 담당 건수와 워크로그 entries 기준으로 작성했다. 이하진 26건 · 김나연 15건.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절차. 1~6단계 완료, 7 실서버 연동·8 통합 검증은 진행 중이다. current-status-baseline.md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화면설계서. Figma 화면 흐름 캡처를 확보하면 3개 자리표시자를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상세 화면. 옵션 정책(min_select·max_select)과 제외 가능 재료(can_remove)가 화면에 반영되는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장바구니 화면. 결제 API 연결 전이면 "결제 화면으로 이동"까지만 말하고 결제 성공 결과는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주문 관리. Live 주문 또는 주문 관리 화면 캡처를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자체 평가. current-status-baseline.md의 「mock 1차 연결은 DONE이 아니다」 원칙을 그대로 따라 보완할 점을 서술했다. 점수는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질의응답으로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배경 · 범위 · 기대 효과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화면 · API · 산출물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통합 →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구조 · ERD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 · 보완할 점 · 배운 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선택, 재료 제외,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변경처럼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항목이 많다.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023360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과정을 쉽게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이해할 수 있는 흐름을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만들고자 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포인트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차별화 내용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39796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메뉴 주문이 아니라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정책, 제외 재료,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여부, 수량 제한을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흐름에 반영한다.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39796" y="402336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확인한다.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메뉴 목록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장바구니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40416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42976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956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52120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장비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612380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55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40599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7183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9743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288950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복잡한 옵션을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흐름에 따라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78561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운영자는 주문과 메뉴를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수 있다.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6817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입력 오류를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줄이는 것이 목표다.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팀으로 저장소 4개(문서 · Kiosk · Admin · Backend)를 나누어 맡고, WBS 85건을 증거 기준으로 관리했다.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7939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26건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55448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문서 · 관리자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문서·WBS·ERD·API 명세 정본 관리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디자인 토큰 · 공통 컴포넌트 · 화면 매핑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전 화면 구현 — Live 주문 · 주문 관리 · 상태 전환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메뉴 · 결제수단 · 매출 · 대시보드 화면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실서버 API 연동, DB 스키마 반영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4011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15건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· 백엔드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 Figma 초기 설계 (로그인 · 주문 현황 · 매출)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전 화면 구현 — 라우트 · 메뉴 목록 · 상세 · 옵션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필수·선택 옵션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제한(메뉴 9개 · 장바구니 30개) 및 초과 안내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· 주문 완료 · 타임아웃 화면, Kiosk 실서버 API 연동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주차별 강사 피드백으로 API 계약 · 상태 관리 · 수직 슬라이스 구현 순서를 조정했다.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회의록과 WBS를 근거로 8단계를 진행했다. 7단계 실서버 연동과 8단계 통합 검증은 현재 진행 중이다.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화면 · 프로세스 · 피드백 · 결과물 다섯 축으로 수행 경과를 정리했다.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기반 Kiosk /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MyBatis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기반 API 구조를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· 수량 선택,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· 메뉴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화면을 구성했다.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분석부터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설계, 화면 · API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개발, 통합, QA,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준비까지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진행했다.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검토에서 확인된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· 주문 검증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사항을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Kiosk, Admin, ERD,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테스트,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WBS 자료를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결과물로 정리했다.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Home, 메뉴 목록 · 상세, 장바구니, 결제 관련 화면 및 주문 상태 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주문, 주문 관리, 메뉴 관리, 품절 · 판매 관련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· 관리자 API, 메뉴 · 옵션 · 주문 검증 및 상태 처리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— 메뉴 · 재료 · 옵션 정책 · 주문 · 결제, 상태값은 공통코드로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 관리, 화면 설계, API 테스트, 작업 상태 관리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역할별로 독립된 React 애플리케이션으로 구성하고, Spring Boot API를 통해 메뉴 · 옵션 · 주문 데이터를 조회 · 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Mapper는 메뉴 구성과 주문 저장에 필요한 테이블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· Zustand · Axios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메뉴 관리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 카테고리 · 기본 재료(menu_ing) · 옵션 정책(menu_opt_policy)으로 구성하며, 옵션 선택 조건(min/max_select)과 제외 가능 재료(can_remove)를 주문 화면에 제공한다.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메뉴 단위의 주문 항목으로 저장하고, 선택 옵션(order_item_option)과 제외 재료(item_exclusion)를 주문 항목에 연결해 주문 내용을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 선택에서 장바구니까지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카테고리별 메뉴를 조회하고,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화면에서 옵션 · 제외 재료 ·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수량을 선택합니다.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32595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결과는 장바구니에 반영되어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금액을 확인할 수 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상태(기본 · 품절 · 선택 불가)는 Screen Bible 기준으로 정의했습니다.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카테고리별로 메뉴를 조회하고, 각 메뉴의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가격 · 이미지 · 품절 여부를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목록은 샐러드 주문 흐름의 시작점이며,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선택하지 못하도록 안내합니다.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기본 정보와 가격을 확인한 뒤 옵션 정책에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필수 · 선택 항목을 고릅니다.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재료 중 제외 가능한 재료를 선택하고,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수량을 변경할 수 있습니다.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조건 · 품절 여부 · 수량 제한은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전 서버에서 다시 검증합니다.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선택한 메뉴, 옵션, 제외 재료,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주문 금액을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처리 범위는 팀 확인 후 확정합니다.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결제 화면 이동까지 표현합니다.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Live 주문과 주문 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번호, 주문 메뉴, 주문 상태를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선택 옵션과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정보를 확인합니다.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상태는 접수 · 준비 · 완료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흐름에 맞춰 관리합니다.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메뉴 목록 · 상세 · 카테고리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조회합니다.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메뉴의 기본 정보와 옵션 정책은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화면에 제공되는 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· 수정 · 삭제 가능 범위는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확인 후 제목과 본문을 조정합니다.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  →  UI/DB 설계  →  키오스크 · 관리자 · 백엔드 개발  →  1차 통합  →  DB 연동  →  테스트 QA  →  발표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확인 → 주문 생성 → 관리자 주문 확인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설계, 데이터 모델, API 테스트 자료를 함께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관리해 구현 화면과 데이터 흐름을 추적했습니다.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연동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팀이 문서 · Kiosk · Admin · Backend를 저장소로 분리하고, 옵션 정책과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반영한 24개 테이블 데이터 모델을 설계했습니다.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생성과 결제 승인 API가 미완성이고, 관리자 화면 다수가 아직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 연결 단계입니다. QA 테스트 케이스도 실행 증거가 없어 검증이 남아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API · DB를 따로 확인하는 것만으로는 부족했습니다. 강사 피드백대로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Controller → Service → Mapper → DB를 한 경로로 완성하는 순서가 중요했습니다.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3107</Words>
  <Application>Microsoft Office PowerPoint</Application>
  <PresentationFormat>와이드스크린</PresentationFormat>
  <Paragraphs>636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5</cp:revision>
  <dcterms:created xsi:type="dcterms:W3CDTF">2026-08-07T09:36:12Z</dcterms:created>
  <dcterms:modified xsi:type="dcterms:W3CDTF">2026-08-10T09:10:42Z</dcterms:modified>
</cp:coreProperties>
</file>