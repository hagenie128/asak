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Pretendard" panose="02000503000000020004" pitchFamily="50" charset="-127"/>
      <p:regular r:id="rId25"/>
      <p:bold r:id="rId26"/>
    </p:embeddedFont>
    <p:embeddedFont>
      <p:font typeface="Pretendard SemiBold" panose="02000703000000020004" pitchFamily="50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 · 멘토 남상규.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 연결. 실서버 연동·통합 검증은 진행 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>
                <a:solidFill>
                  <a:srgbClr val="111827"/>
                </a:solidFill>
                <a:latin typeface="Pretendard SemiBol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고객: 옵션을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운영: 주문·메뉴를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· Docs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Figma · Screen Bible · WBS·발표 자료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Live 주문 · 주문 관리 · 메뉴·품절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관리자 API 연동 · DB 스키마 반영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필수·선택 옵션 · 제외 · 수량 제한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장바구니 · 결제·완료·타임아웃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API 연동·검증 · QA·시연 시나리오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강사 피드백으로 API 계약 · 상태 경계 · 수직 슬라이스 순서를 맞췄다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문서(요구·화면·API)를 먼저 맞춘 뒤 화면과 서버를 붙였다.</a:t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7 실서버 연동 · 8 통합 검증은 현재 진행 중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Kiosk/Admin +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옵션·제외·수량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개발 → 통합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QA → 시연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흐름·검증·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ERD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세션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주문 · 메뉴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· Admin 조회 API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24테이블 — 메뉴·옵션·주문·결제 (공통코드)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형상 · API 테스트 · 일정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 React 앱으로 분리하고, Spring Boot API로 메뉴·옵션·주문을 조회·검증한다.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MyBatis는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구성과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주문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보존에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필요한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관계를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연결한다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옵션·제외·수량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장바구니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32735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38912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63931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38912" y="3685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0050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pic>
        <p:nvPicPr>
          <p:cNvPr id="39" name="Picture 38" descr="kiosk-02-menu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956816"/>
            <a:ext cx="2011680" cy="3584448"/>
          </a:xfrm>
          <a:prstGeom prst="rect">
            <a:avLst/>
          </a:prstGeom>
        </p:spPr>
      </p:pic>
      <p:pic>
        <p:nvPicPr>
          <p:cNvPr id="40" name="Picture 39" descr="kiosk-03-menu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1956816"/>
            <a:ext cx="2011680" cy="3584448"/>
          </a:xfrm>
          <a:prstGeom prst="rect">
            <a:avLst/>
          </a:prstGeom>
        </p:spPr>
      </p:pic>
      <p:pic>
        <p:nvPicPr>
          <p:cNvPr id="41" name="Picture 40" descr="kiosk-04-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1956816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이름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이미지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품절을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한눈에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상세로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택을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막아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실패를 앞당기지 않는다.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pic>
        <p:nvPicPr>
          <p:cNvPr id="30" name="Picture 29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1" name="Picture 3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맞게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고릅니다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수량을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조정합니다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변화는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선택과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함께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60603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재검증. 옵션·품절·수량을 주문 전에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  <p:pic>
        <p:nvPicPr>
          <p:cNvPr id="30" name="Picture 29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1" name="Picture 30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장바구니는 마지막 검산.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선택은 유지한다. (시연: 결제 화면 이동까지)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0" name="Picture 29" descr="kiosk-04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1" name="Picture 30" descr="kiosk-05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보드와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번호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상태를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 </a:t>
            </a:r>
            <a:r>
              <a:rPr lang="ko-KR" alt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4108" y="372795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주문건별로 쉽게 보고 관리할 수 있는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데이터가 흔들리면 Kiosk도 흔들린다.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(CRUD 범위는 구현 현황에 맞춤)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 개발 → 통합 → DB → QA →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→ 옵션·제외·수량 → 장바구니 → (주문) → Admin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  <p:pic>
        <p:nvPicPr>
          <p:cNvPr id="41" name="Picture 4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2" name="Picture 41" descr="kiosk-03-menu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3" name="Picture 42" descr="admin-01-live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 dirty="0" err="1">
                <a:solidFill>
                  <a:srgbClr val="FFFFFF"/>
                </a:solidFill>
                <a:latin typeface="Pretendard"/>
              </a:rPr>
              <a:t>화면과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흐름을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추적했다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검증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sz="2600" b="1">
                <a:solidFill>
                  <a:srgbClr val="FFFFFF"/>
                </a:solidFill>
                <a:latin typeface="Pretendard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문서·Kiosk·Admin·Backend를 저장소로 나누고, 옵션·제외까지 담은 데이터 모델을 설계했다.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생성·결제 승인 E2E와 Admin mock 제거·실연동을 끝까지 검증해야 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화면·API·DB는 각각 통과해도, 같은 주문번호로 한 줄로 이을 때 진짜 검증이 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2634</Words>
  <Application>Microsoft Office PowerPoint</Application>
  <PresentationFormat>와이드스크린</PresentationFormat>
  <Paragraphs>578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Pretendard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FAMILY</cp:lastModifiedBy>
  <cp:revision>25</cp:revision>
  <dcterms:created xsi:type="dcterms:W3CDTF">2026-08-07T09:36:12Z</dcterms:created>
  <dcterms:modified xsi:type="dcterms:W3CDTF">2026-08-12T18:51:14Z</dcterms:modified>
</cp:coreProperties>
</file>