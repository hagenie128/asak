
<file path=[Content_Types].xml><?xml version="1.0" encoding="utf-8"?>
<ns0:Types xmlns:ns0="http://schemas.openxmlformats.org/package/2006/content-types">
  <ns0:Default Extension="fntdata" ContentType="application/x-fontdata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ppt/notesSlides/notesSlide24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37"/>
    <p:sldId id="270" r:id="rId45"/>
    <p:sldId id="271" r:id="rId41"/>
    <p:sldId id="272" r:id="rId38"/>
    <p:sldId id="273" r:id="rId39"/>
    <p:sldId id="274" r:id="rId16"/>
    <p:sldId id="275" r:id="rId42"/>
    <p:sldId id="276" r:id="rId43"/>
    <p:sldId id="277" r:id="rId44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12192000"/>
  <p:embeddedFontLst>
    <p:embeddedFont>
      <p:font typeface="Pretendard" panose="02000503000000020004" pitchFamily="50" charset="-127"/>
      <p:regular r:id="rId27"/>
      <p:bold r:id="rId28"/>
    </p:embeddedFont>
  </p:embeddedFontLst>
  <p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Pretendard"/>
        <ns2:ea typeface="Pretendard"/>
        <ns2:cs typeface="Pretendard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6" Type="http://schemas.openxmlformats.org/officeDocument/2006/relationships/slide" Target="slides/slide19.xml" /><ns0:Relationship Id="rId20" Type="http://schemas.openxmlformats.org/officeDocument/2006/relationships/slide" Target="slides/slide23.xml" /><ns0:Relationship Id="rId21" Type="http://schemas.openxmlformats.org/officeDocument/2006/relationships/slide" Target="slides/slide24.xml" /><ns0:Relationship Id="rId22" Type="http://schemas.openxmlformats.org/officeDocument/2006/relationships/slide" Target="slides/slide25.xml" /><ns0:Relationship Id="rId23" Type="http://schemas.openxmlformats.org/officeDocument/2006/relationships/slide" Target="slides/slide26.xml" /><ns0:Relationship Id="rId24" Type="http://schemas.openxmlformats.org/officeDocument/2006/relationships/slide" Target="slides/slide27.xml" /><ns0:Relationship Id="rId25" Type="http://schemas.openxmlformats.org/officeDocument/2006/relationships/slide" Target="slides/slide28.xml" /><ns0:Relationship Id="rId26" Type="http://schemas.openxmlformats.org/officeDocument/2006/relationships/notesMaster" Target="notesMasters/notesMaster1.xml" /><ns0:Relationship Id="rId27" Type="http://schemas.openxmlformats.org/officeDocument/2006/relationships/font" Target="fonts/font1.fntdata" /><ns0:Relationship Id="rId28" Type="http://schemas.openxmlformats.org/officeDocument/2006/relationships/font" Target="fonts/font2.fntdata" /><ns0:Relationship Id="rId29" Type="http://schemas.openxmlformats.org/officeDocument/2006/relationships/presProps" Target="presProps.xml" /><ns0:Relationship Id="rId30" Type="http://schemas.openxmlformats.org/officeDocument/2006/relationships/viewProps" Target="viewProps.xml" /><ns0:Relationship Id="rId31" Type="http://schemas.openxmlformats.org/officeDocument/2006/relationships/theme" Target="theme/theme1.xml" /><ns0:Relationship Id="rId32" Type="http://schemas.openxmlformats.org/officeDocument/2006/relationships/tableStyles" Target="tableStyles.xml" /><ns0:Relationship Id="rId37" Type="http://schemas.openxmlformats.org/officeDocument/2006/relationships/slide" Target="slides/slide14.xml" /><ns0:Relationship Id="rId38" Type="http://schemas.openxmlformats.org/officeDocument/2006/relationships/slide" Target="slides/slide17.xml" /><ns0:Relationship Id="rId39" Type="http://schemas.openxmlformats.org/officeDocument/2006/relationships/slide" Target="slides/slide18.xml" /><ns0:Relationship Id="rId41" Type="http://schemas.openxmlformats.org/officeDocument/2006/relationships/slide" Target="slides/slide16.xml" /><ns0:Relationship Id="rId42" Type="http://schemas.openxmlformats.org/officeDocument/2006/relationships/slide" Target="slides/slide20.xml" /><ns0:Relationship Id="rId43" Type="http://schemas.openxmlformats.org/officeDocument/2006/relationships/slide" Target="slides/slide21.xml" /><ns0:Relationship Id="rId44" Type="http://schemas.openxmlformats.org/officeDocument/2006/relationships/slide" Target="slides/slide22.xml" /><ns0:Relationship Id="rId45" Type="http://schemas.openxmlformats.org/officeDocument/2006/relationships/slide" Target="slides/slide15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화면에서 각각 구분하여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품절된 메뉴는 주문을 제한하고,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옵션만 품절된 경우에는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옵션만 선택할 수 없도록 처리했습니다.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범위에 따라 주문 가능 여부를 다르게 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내역을 최종 확인한 뒤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결제수단을 선택하고 결제를 진행합니다.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진행 상태와 완료 결과를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화면으로 구분하여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상태를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확인 → 결제수단 선택 → 결제 진행 → 결제 완료의 흐름을 단계별로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 확인 · 결제수단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2700000" cy="3800000"/>
          </a:xfrm>
          <a:prstGeom prst="rect">
            <a:avLst/>
          </a:prstGeom>
        </p:spPr>
      </p:pic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000" y="1280160"/>
            <a:ext cx="2700000" cy="3800000"/>
          </a:xfrm>
          <a:prstGeom prst="rect">
            <a:avLst/>
          </a:prstGeom>
        </p:spPr>
      </p:pic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88" y="1280160"/>
            <a:ext cx="2700000" cy="3800000"/>
          </a:xfrm>
          <a:prstGeom prst="rect">
            <a:avLst/>
          </a:prstGeom>
        </p:spPr>
      </p:pic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176" y="1280160"/>
            <a:ext cx="27000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· 장바구니 상태 · 사용자 미응답 상황을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구분하여 안내합니다.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오류 메시지가 아니라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다음 행동을 알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안내 팝업을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사용자의 실수를 사전에 방지하고, 중단된 주문 흐름을 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112" y="1180000"/>
            <a:ext cx="2900000" cy="2100000"/>
          </a:xfrm>
          <a:prstGeom prst="rect">
            <a:avLst/>
          </a:prstGeom>
        </p:spPr>
      </p:pic>
      <p:pic>
        <p:nvPicPr>
          <p:cNvPr id="38" name="Picture 3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000" y="1180000"/>
            <a:ext cx="2900000" cy="2100000"/>
          </a:xfrm>
          <a:prstGeom prst="rect">
            <a:avLst/>
          </a:prstGeom>
        </p:spPr>
      </p:pic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3112" y="3500000"/>
            <a:ext cx="2900000" cy="2100000"/>
          </a:xfrm>
          <a:prstGeom prst="rect">
            <a:avLst/>
          </a:prstGeom>
        </p:spPr>
      </p:pic>
      <p:pic>
        <p:nvPicPr>
          <p:cNvPr id="40" name="Picture 39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0000" y="3500000"/>
            <a:ext cx="29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출력 과정을 사용자에게 표시합니다.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종료 이후에도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상태를 확인할 수 있도록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안내 UI를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결제 완료 → 주문 완료 안내 → 영수증 출력까지 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43" name="Picture 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재료의 품절 상태를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 확인하고 관리합니다.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상태가 변경되면 Kiosk 주문 화면에도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기준을 적용해 주문할 수 없는 메뉴나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옵션의 선택을 제한합니다.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Admin 품절 관리 → 서버 데이터 반영 →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Kiosk 주문 제한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/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발생하는 품절 상황을 빠르게 반영하여 고객이 주문 단계에서 품절 상품을 선택하는 오류를 줄였습니다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데이터를 기반으로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일별 · 월별 · 시간대별 매출 현황을 조회합니다.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기간별 매출과 주문 흐름을 시각화하여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매장의 주요 매출 추이를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확인할 수 있도록 구성했습니다.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데이터 → 매출 집계 → 운영 지표 확인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데이터가 단순히 저장되는 데 그치지 않고 운영에 필요한 정보로 활용될 수 있도록 관리자 화면에 시각화 했습니다.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6" name="Picture 4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3055</Words>
  <Application>Microsoft Office PowerPoint</Application>
  <PresentationFormat>와이드스크린</PresentationFormat>
  <Paragraphs>607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35</cp:revision>
  <dcterms:created xsi:type="dcterms:W3CDTF">2026-08-07T09:36:12Z</dcterms:created>
  <dcterms:modified xsi:type="dcterms:W3CDTF">2026-09-02T05:28:10Z</dcterms:modified>
</cp:coreProperties>
</file>