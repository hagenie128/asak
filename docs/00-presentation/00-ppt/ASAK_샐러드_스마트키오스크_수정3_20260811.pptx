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 · 멘토 남상규.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 연결. 실서버 연동·통합 검증은 진행 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기술. 표에 적은 기술은 실제 저장소에서 사용 중인 것만 기재한다.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구조. RTOS·임베디드·카드리더기·프린터는 구현 범위가 아니므로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프로세스. 06 1차 통합을 현재 단계로 강조했다. 실제 진행 단계에 맞춰 강조 위치를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옵션이 많은 샐러드 주문을, 키오스크와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 · 김나연   |   멘토 남상규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결과보고서_다비치(ASAK 샐러드 스마트 키오스크)  ·  2026.06.29 ~ 2026.08.07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왜 샐러드 키오스크인가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화면 · API 단위 역할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문서 → 코드 → 검증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구조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정직한 현재 단계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주문을 실수 없이 끝낸다.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>
                <a:solidFill>
                  <a:srgbClr val="111827"/>
                </a:solidFill>
                <a:latin typeface="Pretendard SemiBol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>
                <a:solidFill>
                  <a:srgbClr val="111827"/>
                </a:solidFill>
                <a:latin typeface="Pretendard SemiBol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정책·제외 재료·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품절·수량 제한을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서버 검증에 반영한다.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결과는 Admin에서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확인한다.</a:t>
            </a: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>
                <a:solidFill>
                  <a:srgbClr val="111827"/>
                </a:solidFill>
                <a:latin typeface="Pretendard SemiBol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고객: 옵션을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흐름대로 선택한다.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948672" y="39867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운영: 주문·메뉴를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화면에서 확인한다.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948672" y="488289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입력 오류를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줄인다.</a:t>
            </a:r>
            <a:endParaRPr lang="en-US" sz="115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옵션·제외·수량이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겹친다.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실수 없이 끝내는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필요했다.</a:t>
            </a: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 · 저장소 4개(ASAK · Kiosk · Admin · back) · 역할은 화면·API 단위로 나눈다.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2359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· Docs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· 문서 · Hub 정본 관리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Figma · Screen Bible · WBS·발표 자료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Live 주문 · 주문 관리 · 메뉴·품절 화면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관리자 API 연동 · DB 스키마 반영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주문 흐름 · 옵션 UI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필수·선택 옵션 · 제외 · 수량 제한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장바구니 · 결제·완료·타임아웃 화면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API 연동·검증 · QA·시연 시나리오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8912" y="5303520"/>
            <a:ext cx="11313871" cy="5669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640080" y="54498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 남상규  ·  강사 피드백으로 API 계약 · 상태 경계 · 수직 슬라이스 순서를 맞췄다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문서(요구·화면·API)를 먼저 맞춘 뒤 화면과 서버를 붙였다.</a:t>
            </a:r>
            <a:b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endParaRPr lang="en-US" sz="1300" dirty="0"/>
          </a:p>
          <a:p>
            <a:pPr algn="l"/>
            <a:r>
              <a:rPr sz="1300">
                <a:solidFill>
                  <a:srgbClr val="6B7280"/>
                </a:solidFill>
                <a:latin typeface="Pretendard"/>
              </a:rPr>
              <a:t>7 실서버 연동 · 8 통합 검증은 현재 진행 중</a:t>
            </a: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W27  6/29~7/5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· DB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W28  7/6~7/12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Figma UI 확정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  7/13~7/19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W29~W30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화면 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  7/20~7/26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계약 · 백엔드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W30~W31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실서버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W31~W32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검증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W32  8/3~8/7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 · Build · Process · Iterate · Deliver — 다섯 축으로 경과를 본다.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Kiosk/Admin +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Spring · MyBatis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MySQL API 구조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옵션·제외·수량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Admin 주문·메뉴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 → 설계 →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개발 → 통합 →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QA → 시연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흐름·검증·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데이터 구조를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피드백 단위로 보완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ERD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API 테스트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Bible · WBS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 구현 방법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 구현 방법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세션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주문 · 메뉴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화면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 · MyBatis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검증 · Admin 조회 API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24테이블 — 메뉴·옵션·주문·결제 (공통코드)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검증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· Figma · Bruno · WBS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형상 · API 테스트 · 일정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640080" y="4992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 요약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Kiosk와 Admin은 역할별 React 앱으로 분리하고, Spring Boot API로 메뉴·옵션·주문을 조회·검증한다.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MyBatis는 메뉴 구성과 주문 보존에 필요한 관계를 연결한다.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3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243300"/>
                </a:solidFill>
                <a:latin typeface="Pretendard"/>
              </a:rPr>
              <a:t>고객 주문 세션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Orders · Menus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1A1A1A"/>
                </a:solidFill>
                <a:latin typeface="Pretendard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menu · ing · opt_policy · orders · payment · common_code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= 카테고리 + 기본 재료 + 옵션 정책.  min/max 선택과 can_remove가 주문 화면의 규칙이 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항목에 옵션·제외 재료를 붙여 ‘그때 그 조합’을 그대로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→ 메뉴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옵션·제외·수량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장바구니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결제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단계를 나누되, 뒤로 가도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선택은 유지한다.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32735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38912" y="33192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63931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438912" y="3685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0050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4050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1517904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09160" y="1956816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720840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013448" y="1956816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025128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317736" y="1956816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pic>
        <p:nvPicPr>
          <p:cNvPr id="39" name="Picture 38" descr="kiosk-02-menu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1956816"/>
            <a:ext cx="2011680" cy="3584448"/>
          </a:xfrm>
          <a:prstGeom prst="rect">
            <a:avLst/>
          </a:prstGeom>
        </p:spPr>
      </p:pic>
      <p:pic>
        <p:nvPicPr>
          <p:cNvPr id="40" name="Picture 39" descr="kiosk-03-menu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1956816"/>
            <a:ext cx="2011680" cy="3584448"/>
          </a:xfrm>
          <a:prstGeom prst="rect">
            <a:avLst/>
          </a:prstGeom>
        </p:spPr>
      </p:pic>
      <p:pic>
        <p:nvPicPr>
          <p:cNvPr id="41" name="Picture 40" descr="kiosk-04-c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1956816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이름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이미지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품절을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한눈에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원하는 메뉴를 선택해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상세로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</a:t>
            </a: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메뉴는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</a:t>
            </a:r>
            <a:r>
              <a:rPr lang="ko-KR" alt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택을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막아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실패를 앞당기지 않는다.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pic>
        <p:nvPicPr>
          <p:cNvPr id="30" name="Picture 29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1" name="Picture 3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· 선택 옵션을 정책(min/max)에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맞게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고릅니다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빼고,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수량을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조정합니다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변화는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선택과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함께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60603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재검증. 옵션·품절·수량을 주문 전에 </a:t>
            </a: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  <p:pic>
        <p:nvPicPr>
          <p:cNvPr id="30" name="Picture 29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1" name="Picture 30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장바구니는 마지막 검산. 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실패해도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선택은 유지한다. (시연: 결제 화면 이동까지)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0" name="Picture 29" descr="kiosk-04-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1" name="Picture 30" descr="kiosk-05-pa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보드와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목록에서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번호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메뉴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상태를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상세에서 옵션 · 제외 재료까지 </a:t>
            </a:r>
            <a:r>
              <a:rPr lang="ko-KR" alt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더블체크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64108" y="372795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주문건별로 쉽게 보고 관리할 수 있는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데이터가 흔들리면 Kiosk도 흔들린다.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(CRUD 범위는 구현 현황에 맞춤)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64695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2347575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347575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2347575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02055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103223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4286103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286103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286103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0583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041751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6224631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224631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QA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224631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· 브라우저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9111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980279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8163159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63159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163159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정리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 → 설계 → 개발 → 통합 → DB → QA → 시연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→ 옵션·제외·수량 → 장바구니 → (주문) → Admin 확인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  <p:pic>
        <p:nvPicPr>
          <p:cNvPr id="41" name="Picture 4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2" name="Picture 41" descr="kiosk-03-menu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3" name="Picture 42" descr="admin-01-liveOr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데이터 · 테스트 자료를 같이 남겨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sz="1200" dirty="0" err="1">
                <a:solidFill>
                  <a:srgbClr val="FFFFFF"/>
                </a:solidFill>
                <a:latin typeface="Pretendard"/>
              </a:rPr>
              <a:t>화면과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흐름을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추적했다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검증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sz="2600" b="1">
                <a:solidFill>
                  <a:srgbClr val="FFFFFF"/>
                </a:solidFill>
                <a:latin typeface="Pretendard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문서·Kiosk·Admin·Backend를 저장소로 나누고, 옵션·제외까지 담은 데이터 모델을 설계했다.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생성·결제 승인 E2E와 Admin mock 제거·실연동을 끝까지 검증해야 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화면·API·DB는 각각 통과해도, 같은 주문번호로 한 줄로 이을 때 진짜 검증이 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2634</Words>
  <Application>Microsoft Office PowerPoint</Application>
  <PresentationFormat>와이드스크린</PresentationFormat>
  <Paragraphs>578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Pretendard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FAMILY</cp:lastModifiedBy>
  <cp:revision>22</cp:revision>
  <dcterms:created xsi:type="dcterms:W3CDTF">2026-08-07T09:36:12Z</dcterms:created>
  <dcterms:modified xsi:type="dcterms:W3CDTF">2026-08-12T18:45:32Z</dcterms:modified>
</cp:coreProperties>
</file>